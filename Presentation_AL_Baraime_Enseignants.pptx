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2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2034" y="0"/>
            <a:ext cx="5606917" cy="6858000"/>
          </a:xfrm>
          <a:prstGeom prst="rect">
            <a:avLst/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0034" y="0"/>
            <a:ext cx="72000" cy="68580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000"/>
            <a:ext cx="5400000" cy="21696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2000" y="2673673"/>
            <a:ext cx="4320000" cy="288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81672"/>
            <a:ext cx="59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4B2882"/>
                </a:solidFill>
              </a:rPr>
              <a:t>Votre Espace Numerique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393673"/>
            <a:ext cx="59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F6E"/>
                </a:solidFill>
              </a:rPr>
              <a:t>Guide de presentation pour les enseignants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17673"/>
            <a:ext cx="2700000" cy="244800"/>
          </a:xfrm>
          <a:prstGeom prst="roundRect">
            <a:avLst>
              <a:gd name="adj" fmla="val 5000"/>
            </a:avLst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3717673"/>
            <a:ext cx="198000" cy="2448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999" y="3717673"/>
            <a:ext cx="72000" cy="2448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00" y="3717673"/>
            <a:ext cx="2664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AA"/>
                </a:solidFill>
              </a:rPr>
              <a:t>  1  Connexion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070473"/>
            <a:ext cx="2700000" cy="2448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" y="4070473"/>
            <a:ext cx="198000" cy="2448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999" y="4070473"/>
            <a:ext cx="72000" cy="2448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4070473"/>
            <a:ext cx="2664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2882"/>
                </a:solidFill>
              </a:rPr>
              <a:t>  2  Mon Profil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000" y="3717673"/>
            <a:ext cx="2700000" cy="244800"/>
          </a:xfrm>
          <a:prstGeom prst="roundRect">
            <a:avLst>
              <a:gd name="adj" fmla="val 5000"/>
            </a:avLst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76000" y="3717673"/>
            <a:ext cx="198000" cy="2448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999" y="3717673"/>
            <a:ext cx="72000" cy="2448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2000" y="3717673"/>
            <a:ext cx="2664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AA"/>
                </a:solidFill>
              </a:rPr>
              <a:t>  3  Conge &amp; Absence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000" y="4070473"/>
            <a:ext cx="2700000" cy="2448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6000" y="4070473"/>
            <a:ext cx="198000" cy="2448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01999" y="4070473"/>
            <a:ext cx="72000" cy="2448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2000" y="4070473"/>
            <a:ext cx="2664000" cy="2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2882"/>
                </a:solidFill>
              </a:rPr>
              <a:t>  4  Demandes 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6034" y="432000"/>
            <a:ext cx="5066917" cy="613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4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6034" y="432000"/>
            <a:ext cx="5066917" cy="39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6034" y="702000"/>
            <a:ext cx="5066917" cy="125999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034" y="475200"/>
            <a:ext cx="4778917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Informations pratiques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68034" y="1007999"/>
            <a:ext cx="72000" cy="21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2034" y="935999"/>
            <a:ext cx="467091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Connexion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2034" y="1115999"/>
            <a:ext cx="4670917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Votre mail de l'ecole + mot de passe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68034" y="1403999"/>
            <a:ext cx="72000" cy="21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2034" y="1331999"/>
            <a:ext cx="467091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Appareil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2034" y="1511999"/>
            <a:ext cx="4670917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Telephone, tablette ou ordinateur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68034" y="1799999"/>
            <a:ext cx="72000" cy="216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12034" y="1727999"/>
            <a:ext cx="467091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Langue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2034" y="1907999"/>
            <a:ext cx="4670917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Interface entierement en francais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68034" y="2195999"/>
            <a:ext cx="72000" cy="216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12034" y="2123999"/>
            <a:ext cx="467091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2034" y="2303999"/>
            <a:ext cx="4670917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L'administration reste disponible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68034" y="2591999"/>
            <a:ext cx="72000" cy="216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12034" y="2519999"/>
            <a:ext cx="467091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Securite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2034" y="2699999"/>
            <a:ext cx="4670917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Donnees confidentielles et protegees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6034" y="6462000"/>
            <a:ext cx="506691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C0CC"/>
                </a:solidFill>
              </a:rPr>
              <a:t>Septembre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00" y="6588000"/>
            <a:ext cx="8532266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Les ecoles AL Baraime  —  Espace Enseignant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8952" y="6588000"/>
            <a:ext cx="100799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2799"/>
            <a:ext cx="12188952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25064"/>
            <a:ext cx="2160000" cy="867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6588000"/>
            <a:ext cx="8532266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Les ecoles AL Baraime  —  Espace Enseignant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952" y="6588000"/>
            <a:ext cx="100799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007999"/>
            <a:ext cx="11828952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2882"/>
                </a:solidFill>
              </a:rPr>
              <a:t>Vue d'ensemble  —  Le parcours en 3 etapes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1313999"/>
            <a:ext cx="1440000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1349999"/>
            <a:ext cx="1182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E"/>
                </a:solidFill>
              </a:rPr>
              <a:t>Tout depuis votre navigateur, avec votre mail de l'ecole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200" y="1609199"/>
            <a:ext cx="3774984" cy="4896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6000" y="1565999"/>
            <a:ext cx="3774984" cy="4896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6000" y="1565999"/>
            <a:ext cx="3774984" cy="792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6000" y="2177999"/>
            <a:ext cx="3774984" cy="1800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000" y="1673999"/>
            <a:ext cx="827999" cy="19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000" y="1666799"/>
            <a:ext cx="82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AA"/>
                </a:solidFill>
              </a:rPr>
              <a:t>Etape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99" y="1925999"/>
            <a:ext cx="3558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Je me connecte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4000" y="2581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" y="2465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Ouvrir le navigateur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4000" y="2923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000" y="2807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Saisir mon 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000" y="3265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000" y="3149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Entrer mon mot de passe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000" y="3607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000" y="3491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Cliquer : Connexion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6984" y="3949199"/>
            <a:ext cx="136800" cy="288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27784" y="3905999"/>
            <a:ext cx="57600" cy="1152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50184" y="1609199"/>
            <a:ext cx="3774984" cy="4896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6984" y="1565999"/>
            <a:ext cx="3774984" cy="4896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06984" y="1565999"/>
            <a:ext cx="3774984" cy="792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984" y="2177999"/>
            <a:ext cx="3774984" cy="180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14984" y="1673999"/>
            <a:ext cx="827999" cy="19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4984" y="1666799"/>
            <a:ext cx="82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B2882"/>
                </a:solidFill>
              </a:rPr>
              <a:t>Etape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2983" y="1925999"/>
            <a:ext cx="3558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Je fais ma demande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4984" y="2581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8984" y="2465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Choisir le type de demande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4984" y="2923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48984" y="2807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Remplir les dates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04984" y="3265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8984" y="3149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Ajouter un commentaire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04984" y="3607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8984" y="3491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Envoyer la demande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17968" y="3949199"/>
            <a:ext cx="136800" cy="288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18768" y="3905999"/>
            <a:ext cx="57600" cy="1152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41168" y="1609199"/>
            <a:ext cx="3774984" cy="4896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97968" y="1565999"/>
            <a:ext cx="3774984" cy="4896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97968" y="1565999"/>
            <a:ext cx="3774984" cy="792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97968" y="2177999"/>
            <a:ext cx="3774984" cy="180000"/>
          </a:xfrm>
          <a:prstGeom prst="rect">
            <a:avLst/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05968" y="1673999"/>
            <a:ext cx="827999" cy="19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5968" y="1666799"/>
            <a:ext cx="827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9E60"/>
                </a:solidFill>
              </a:rPr>
              <a:t>Etape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3967" y="1925999"/>
            <a:ext cx="3558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Je recois la reponse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95968" y="2581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39968" y="2465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Notification par mail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95968" y="2923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39968" y="2807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Approuve ou refuse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95968" y="3265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39968" y="3149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Motif indique si refuse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95968" y="3607199"/>
            <a:ext cx="72000" cy="72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39968" y="3491999"/>
            <a:ext cx="3360985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Historique consulable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2799"/>
            <a:ext cx="12188952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25064"/>
            <a:ext cx="2160000" cy="8678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48400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139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800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800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00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Connexion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59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8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459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459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59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Mon Profil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718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457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18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18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18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Conge &amp; Absence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377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1116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777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777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777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Demandes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036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436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436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436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Recapitulatif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6588000"/>
            <a:ext cx="8532266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Les ecoles AL Baraime  —  Espace Enseignant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8952" y="6588000"/>
            <a:ext cx="100799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00" y="1007999"/>
            <a:ext cx="11828952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2882"/>
                </a:solidFill>
              </a:rPr>
              <a:t>Etape 1  —  Se connecter a l'application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1313999"/>
            <a:ext cx="1440000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1349999"/>
            <a:ext cx="1182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E"/>
                </a:solidFill>
              </a:rPr>
              <a:t>Utilisez votre adresse mail de l'ecole — le meme que vous utilisez au quotidien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8000" y="1853999"/>
            <a:ext cx="288000" cy="28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8000" y="18539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000" y="1565999"/>
            <a:ext cx="6479702" cy="8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58000" y="1619999"/>
            <a:ext cx="54000" cy="75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4000" y="1583999"/>
            <a:ext cx="6227702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Ouvrir le navigateur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000" y="1789199"/>
            <a:ext cx="622770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6E"/>
                </a:solidFill>
              </a:rPr>
              <a:t>Chrome, Firefox ou Safari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3200" y="2429999"/>
            <a:ext cx="21600" cy="100800"/>
          </a:xfrm>
          <a:prstGeom prst="rect">
            <a:avLst/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98000" y="2818799"/>
            <a:ext cx="288000" cy="28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8000" y="28187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8000" y="2530799"/>
            <a:ext cx="6479702" cy="8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58000" y="2584799"/>
            <a:ext cx="54000" cy="75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4000" y="2548799"/>
            <a:ext cx="6227702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Aller sur l'application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4000" y="2753999"/>
            <a:ext cx="622770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6E"/>
                </a:solidFill>
              </a:rPr>
              <a:t>Adresse fournie par l'administration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3200" y="3394799"/>
            <a:ext cx="21600" cy="100800"/>
          </a:xfrm>
          <a:prstGeom prst="rect">
            <a:avLst/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98000" y="3783599"/>
            <a:ext cx="288000" cy="28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8000" y="37835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8000" y="3495599"/>
            <a:ext cx="6479702" cy="8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8000" y="3549599"/>
            <a:ext cx="54000" cy="75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000" y="3513599"/>
            <a:ext cx="6227702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Saisir votre mail de l'ecole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4000" y="3718799"/>
            <a:ext cx="622770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6E"/>
                </a:solidFill>
              </a:rPr>
              <a:t>Ex :  prenom.nom@albaraime.ma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200" y="4359599"/>
            <a:ext cx="21600" cy="100800"/>
          </a:xfrm>
          <a:prstGeom prst="rect">
            <a:avLst/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98000" y="4748399"/>
            <a:ext cx="288000" cy="28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8000" y="47483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8000" y="4460399"/>
            <a:ext cx="6479702" cy="8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58000" y="4514399"/>
            <a:ext cx="54000" cy="75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4000" y="4478399"/>
            <a:ext cx="6227702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Saisir votre mot de passe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4000" y="4683599"/>
            <a:ext cx="622770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6E"/>
                </a:solidFill>
              </a:rPr>
              <a:t>Fourni par l'administration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3200" y="5324399"/>
            <a:ext cx="21600" cy="100800"/>
          </a:xfrm>
          <a:prstGeom prst="rect">
            <a:avLst/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98000" y="5713199"/>
            <a:ext cx="288000" cy="28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8000" y="5713199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8000" y="5425199"/>
            <a:ext cx="6479702" cy="8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58000" y="5479199"/>
            <a:ext cx="54000" cy="75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4000" y="5443199"/>
            <a:ext cx="6227702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Cliquer sur  &lt; Se connecter &gt;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4000" y="5648399"/>
            <a:ext cx="622770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6E"/>
                </a:solidFill>
              </a:rPr>
              <a:t>Vous arrivez sur votre tableau de bord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27702" y="1565999"/>
            <a:ext cx="4917249" cy="4932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127702" y="1565999"/>
            <a:ext cx="4917249" cy="396000"/>
          </a:xfrm>
          <a:prstGeom prst="roundRect">
            <a:avLst>
              <a:gd name="adj" fmla="val 5000"/>
            </a:avLst>
          </a:prstGeom>
          <a:solidFill>
            <a:srgbClr val="D6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27702" y="1817998"/>
            <a:ext cx="4917249" cy="144000"/>
          </a:xfrm>
          <a:prstGeom prst="rect">
            <a:avLst/>
          </a:prstGeom>
          <a:solidFill>
            <a:srgbClr val="D6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7702" y="1609199"/>
            <a:ext cx="466525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 retenir !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1702" y="2105998"/>
            <a:ext cx="64800" cy="2592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97702" y="2069998"/>
            <a:ext cx="455724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Votre mail = votre identifiant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97702" y="2249998"/>
            <a:ext cx="455724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Pas de nouveau compte a creer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71702" y="2537998"/>
            <a:ext cx="64800" cy="259200"/>
          </a:xfrm>
          <a:prstGeom prst="roundRect">
            <a:avLst>
              <a:gd name="adj" fmla="val 5000"/>
            </a:avLst>
          </a:prstGeom>
          <a:solidFill>
            <a:srgbClr val="D6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97702" y="2501998"/>
            <a:ext cx="455724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Mot de passe oublie 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97702" y="2681998"/>
            <a:ext cx="455724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Contactez l'administration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271702" y="2969998"/>
            <a:ext cx="64800" cy="2592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7702" y="2933998"/>
            <a:ext cx="455724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Premiere connexion 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97702" y="3113998"/>
            <a:ext cx="455724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Changez votre mot de passe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71702" y="3401998"/>
            <a:ext cx="64800" cy="2592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7702" y="3365998"/>
            <a:ext cx="455724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Fonctionne partout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97702" y="3545998"/>
            <a:ext cx="455724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Telephone, tablette, ordinateur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5702" y="6030000"/>
            <a:ext cx="4701249" cy="378000"/>
          </a:xfrm>
          <a:prstGeom prst="roundRect">
            <a:avLst>
              <a:gd name="adj" fmla="val 5000"/>
            </a:avLst>
          </a:prstGeom>
          <a:solidFill>
            <a:srgbClr val="D4F1F0"/>
          </a:solidFill>
          <a:ln w="12700">
            <a:solidFill>
              <a:srgbClr val="00A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43702" y="6048000"/>
            <a:ext cx="4557249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E7A"/>
                </a:solidFill>
              </a:rPr>
              <a:t>En cas de probleme, contactez
l'administration, nous vous aidons.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2799"/>
            <a:ext cx="12188952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25064"/>
            <a:ext cx="2160000" cy="8678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48400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139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800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800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00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Connexion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59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8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459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459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59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Mon Profil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718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457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18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18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18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Conge &amp; Absence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377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1116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777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777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777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Demandes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036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436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436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436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Recapitulatif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6588000"/>
            <a:ext cx="8532266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Les ecoles AL Baraime  —  Espace Enseignant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8952" y="6588000"/>
            <a:ext cx="100799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00" y="1007999"/>
            <a:ext cx="11828952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2882"/>
                </a:solidFill>
              </a:rPr>
              <a:t>Etape 2  —  Mon Profil  &amp;  Mes Informations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1313999"/>
            <a:ext cx="1440000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1349999"/>
            <a:ext cx="1182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E"/>
                </a:solidFill>
              </a:rPr>
              <a:t>Consultez votre espace personnel en toute securite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6000" y="1601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0000" y="1565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80000" y="1637999"/>
            <a:ext cx="90000" cy="2160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8000" y="1673999"/>
            <a:ext cx="1080000" cy="2088000"/>
          </a:xfrm>
          <a:prstGeom prst="roundRect">
            <a:avLst>
              <a:gd name="adj" fmla="val 5000"/>
            </a:avLst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8000" y="2537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AA"/>
                </a:solidFill>
              </a:rPr>
              <a:t>MES INFORMATIONS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0000" y="1673999"/>
            <a:ext cx="4276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2E"/>
                </a:solidFill>
              </a:rPr>
              <a:t>Mes Informations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20000" y="1925999"/>
            <a:ext cx="4204476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0000" y="1979998"/>
            <a:ext cx="4276476" cy="180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E"/>
                </a:solidFill>
              </a:rPr>
              <a:t>Nom, prenom, matricule
Poste, departement, entree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0476" y="1601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84476" y="1565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84476" y="1637999"/>
            <a:ext cx="90000" cy="2160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82476" y="1673999"/>
            <a:ext cx="1080000" cy="20880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2476" y="2537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B2882"/>
                </a:solidFill>
              </a:rPr>
              <a:t>MON BULLETIN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4476" y="1673999"/>
            <a:ext cx="4276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2E"/>
                </a:solidFill>
              </a:rPr>
              <a:t>Mon Bulletin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24476" y="1925999"/>
            <a:ext cx="4204476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4476" y="1979998"/>
            <a:ext cx="4276476" cy="180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E"/>
                </a:solidFill>
              </a:rPr>
              <a:t>Salaire brut &amp; deductions
CNSS, AMO  —  Net a recevoir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6000" y="4085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0000" y="4049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80000" y="4121999"/>
            <a:ext cx="90000" cy="2160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78000" y="4157999"/>
            <a:ext cx="1080000" cy="2088000"/>
          </a:xfrm>
          <a:prstGeom prst="roundRect">
            <a:avLst>
              <a:gd name="adj" fmla="val 5000"/>
            </a:avLst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8000" y="5021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AA"/>
                </a:solidFill>
              </a:rPr>
              <a:t>MON SOLDE CONGES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20000" y="4157999"/>
            <a:ext cx="4276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2E"/>
                </a:solidFill>
              </a:rPr>
              <a:t>Mon Solde Conges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20000" y="4409999"/>
            <a:ext cx="4204476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0000" y="4463998"/>
            <a:ext cx="4276476" cy="180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E"/>
                </a:solidFill>
              </a:rPr>
              <a:t>Jours acquis  /  pris
Jours restants  &amp;  historique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20476" y="4085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84476" y="4049999"/>
            <a:ext cx="5824476" cy="23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184476" y="4121999"/>
            <a:ext cx="90000" cy="2160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82476" y="4157999"/>
            <a:ext cx="1080000" cy="20880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476" y="5021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B2882"/>
                </a:solidFill>
              </a:rPr>
              <a:t>MES DOCUMENTS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4476" y="4157999"/>
            <a:ext cx="4276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2E"/>
                </a:solidFill>
              </a:rPr>
              <a:t>Mes Documents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24476" y="4409999"/>
            <a:ext cx="4204476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24476" y="4463998"/>
            <a:ext cx="4276476" cy="180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6E"/>
                </a:solidFill>
              </a:rPr>
              <a:t>Contrat de travail
Attestations  &amp;  ordres de mission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0000" y="6390000"/>
            <a:ext cx="11828952" cy="144000"/>
          </a:xfrm>
          <a:prstGeom prst="roundRect">
            <a:avLst>
              <a:gd name="adj" fmla="val 5000"/>
            </a:avLst>
          </a:prstGeom>
          <a:solidFill>
            <a:srgbClr val="FDF0E0"/>
          </a:solidFill>
          <a:ln w="15240">
            <a:solidFill>
              <a:srgbClr val="D67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0000" y="6418800"/>
            <a:ext cx="11468952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731A"/>
                </a:solidFill>
              </a:rPr>
              <a:t>Lecture seule  —  Pour modifier vos informations, contactez directement l'administration.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2799"/>
            <a:ext cx="12188952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25064"/>
            <a:ext cx="2160000" cy="8678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48400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139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800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800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00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Connexion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59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8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459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459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59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 Profil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718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457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18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18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18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Conge &amp; Absence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377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1116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777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777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777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Demandes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036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436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436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436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Recapitulatif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6588000"/>
            <a:ext cx="8532266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Les ecoles AL Baraime  —  Espace Enseignant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8952" y="6588000"/>
            <a:ext cx="100799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00" y="1007999"/>
            <a:ext cx="11828952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2882"/>
                </a:solidFill>
              </a:rPr>
              <a:t>Etape 3  —  Demander un Conge ou une Absence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1313999"/>
            <a:ext cx="1440000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1349999"/>
            <a:ext cx="1182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E"/>
                </a:solidFill>
              </a:rPr>
              <a:t>Procedure en ligne simple — reponse par mail sous 24 a 48h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0000" y="1565999"/>
            <a:ext cx="3240000" cy="4932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0000" y="1565999"/>
            <a:ext cx="3240000" cy="39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0000" y="1817998"/>
            <a:ext cx="3240000" cy="1440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000" y="1609199"/>
            <a:ext cx="3024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Types de conges disponibles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8000" y="2077199"/>
            <a:ext cx="198000" cy="8064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8000" y="2033999"/>
            <a:ext cx="277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Conge Annuel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8000" y="2224799"/>
            <a:ext cx="277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Jours de repos legaux annuels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8000" y="2969999"/>
            <a:ext cx="198000" cy="8064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8000" y="2926799"/>
            <a:ext cx="277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Conge Maladie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000" y="3117599"/>
            <a:ext cx="277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Sur certificat medical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" y="3862799"/>
            <a:ext cx="198000" cy="8064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8000" y="3819599"/>
            <a:ext cx="277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Conge Maternite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000" y="4010399"/>
            <a:ext cx="277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Selon legislation en vigueur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00" y="4755599"/>
            <a:ext cx="198000" cy="806400"/>
          </a:xfrm>
          <a:prstGeom prst="roundRect">
            <a:avLst>
              <a:gd name="adj" fmla="val 5000"/>
            </a:avLst>
          </a:prstGeom>
          <a:solidFill>
            <a:srgbClr val="D6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8000" y="4712399"/>
            <a:ext cx="277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Sans Solde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8000" y="4903199"/>
            <a:ext cx="277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Non remunere — a justifier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8000" y="5648399"/>
            <a:ext cx="198000" cy="806400"/>
          </a:xfrm>
          <a:prstGeom prst="roundRect">
            <a:avLst>
              <a:gd name="adj" fmla="val 5000"/>
            </a:avLst>
          </a:prstGeom>
          <a:solidFill>
            <a:srgbClr val="555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8000" y="5605199"/>
            <a:ext cx="277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Exceptionnel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8000" y="5795999"/>
            <a:ext cx="277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6E"/>
                </a:solidFill>
              </a:rPr>
              <a:t>Mariage, deces, naissance...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00000" y="1565999"/>
            <a:ext cx="8444952" cy="4932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600000" y="1565999"/>
            <a:ext cx="8444952" cy="396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00000" y="1817998"/>
            <a:ext cx="8444952" cy="144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80000" y="1609199"/>
            <a:ext cx="8192953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Comment faire une demande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08000" y="2307599"/>
            <a:ext cx="259200" cy="2592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08000" y="2307599"/>
            <a:ext cx="259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32000" y="2055599"/>
            <a:ext cx="7904952" cy="7524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22000" y="2098799"/>
            <a:ext cx="7760952" cy="71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Cliquer sur  &lt; Nouvelle demande &gt;  dans le menu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23200" y="2566799"/>
            <a:ext cx="21600" cy="273600"/>
          </a:xfrm>
          <a:prstGeom prst="rect">
            <a:avLst/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708000" y="3113999"/>
            <a:ext cx="259200" cy="2592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08000" y="3113999"/>
            <a:ext cx="259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032000" y="2861999"/>
            <a:ext cx="7904952" cy="7524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22000" y="2905199"/>
            <a:ext cx="7760952" cy="71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Choisir le type de conge dans la liste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23200" y="3373199"/>
            <a:ext cx="21600" cy="273600"/>
          </a:xfrm>
          <a:prstGeom prst="rect">
            <a:avLst/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708000" y="3920399"/>
            <a:ext cx="259200" cy="2592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8000" y="3920399"/>
            <a:ext cx="259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032000" y="3668399"/>
            <a:ext cx="7904952" cy="7524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22000" y="3711599"/>
            <a:ext cx="7760952" cy="71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Selectionner les dates de debut et de fin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23200" y="4179599"/>
            <a:ext cx="21600" cy="273600"/>
          </a:xfrm>
          <a:prstGeom prst="rect">
            <a:avLst/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708000" y="4726799"/>
            <a:ext cx="259200" cy="2592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08000" y="4726799"/>
            <a:ext cx="259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032000" y="4474799"/>
            <a:ext cx="7904952" cy="7524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22000" y="4517999"/>
            <a:ext cx="7760952" cy="71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Ajouter un commentaire ou justificatif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23200" y="4985999"/>
            <a:ext cx="21600" cy="273600"/>
          </a:xfrm>
          <a:prstGeom prst="rect">
            <a:avLst/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708000" y="5533199"/>
            <a:ext cx="259200" cy="2592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08000" y="5533199"/>
            <a:ext cx="259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032000" y="5281199"/>
            <a:ext cx="7904952" cy="752400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22000" y="5324399"/>
            <a:ext cx="7760952" cy="71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Valider en cliquant sur  &lt; Envoyer &gt;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708000" y="6012000"/>
            <a:ext cx="4096476" cy="396000"/>
          </a:xfrm>
          <a:prstGeom prst="roundRect">
            <a:avLst>
              <a:gd name="adj" fmla="val 5000"/>
            </a:avLst>
          </a:prstGeom>
          <a:solidFill>
            <a:srgbClr val="D4F4E3"/>
          </a:solidFill>
          <a:ln w="19050">
            <a:solidFill>
              <a:srgbClr val="10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44000" y="6066000"/>
            <a:ext cx="4060476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9E60"/>
                </a:solidFill>
              </a:rPr>
              <a:t>APPROUVE — confirmation par mail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40476" y="6012000"/>
            <a:ext cx="4096476" cy="396000"/>
          </a:xfrm>
          <a:prstGeom prst="roundRect">
            <a:avLst>
              <a:gd name="adj" fmla="val 5000"/>
            </a:avLst>
          </a:prstGeom>
          <a:solidFill>
            <a:srgbClr val="FBE5E3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12476" y="6066000"/>
            <a:ext cx="4060476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REFUSE — mail avec le motif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2799"/>
            <a:ext cx="12188952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25064"/>
            <a:ext cx="2160000" cy="8678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48400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139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800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800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00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Connexion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59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8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459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459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59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 Profil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718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457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18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18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18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Conge &amp; Absence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377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1116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777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777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777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Demandes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036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436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436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CE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436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0CC"/>
                </a:solidFill>
              </a:rPr>
              <a:t>Recapitulatif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6588000"/>
            <a:ext cx="8532266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Les ecoles AL Baraime  —  Espace Enseignant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8952" y="6588000"/>
            <a:ext cx="100799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00" y="1007999"/>
            <a:ext cx="11828952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2882"/>
                </a:solidFill>
              </a:rPr>
              <a:t>Etape 4  —  Demandes Administratives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1313999"/>
            <a:ext cx="1440000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1349999"/>
            <a:ext cx="1182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E"/>
                </a:solidFill>
              </a:rPr>
              <a:t>Demandez vos documents directement depuis l'application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6000" y="1601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0000" y="1565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80000" y="1565999"/>
            <a:ext cx="2236190" cy="720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0000" y="2123999"/>
            <a:ext cx="2236190" cy="1620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82095" y="1619999"/>
            <a:ext cx="432000" cy="4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2095" y="1619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AA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00" y="2321999"/>
            <a:ext cx="20561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EAA"/>
                </a:solidFill>
              </a:rPr>
              <a:t>Attestation
de Travail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6000" y="2825999"/>
            <a:ext cx="1804190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00" y="2879999"/>
            <a:ext cx="2056190" cy="31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Emploi confirme
Banque, visa, ambassade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14190" y="1601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578190" y="1565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578190" y="1565999"/>
            <a:ext cx="2236190" cy="720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78190" y="2123999"/>
            <a:ext cx="2236190" cy="162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80285" y="1619999"/>
            <a:ext cx="432000" cy="4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80285" y="1619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B2882"/>
                </a:solidFill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86190" y="2321999"/>
            <a:ext cx="20561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B2882"/>
                </a:solidFill>
              </a:rPr>
              <a:t>Attestation
de Salaire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94190" y="2825999"/>
            <a:ext cx="1804190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86190" y="2879999"/>
            <a:ext cx="2056190" cy="31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Salaire officiel
Demarches diverses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12380" y="1601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976380" y="1565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976380" y="1565999"/>
            <a:ext cx="2236190" cy="720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76380" y="2123999"/>
            <a:ext cx="2236190" cy="1620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78476" y="1619999"/>
            <a:ext cx="432000" cy="4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78476" y="1619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AA"/>
                </a:solidFill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84380" y="2321999"/>
            <a:ext cx="20561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EAA"/>
                </a:solidFill>
              </a:rPr>
              <a:t>Attestation
de Conge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92380" y="2825999"/>
            <a:ext cx="1804190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84380" y="2879999"/>
            <a:ext cx="2056190" cy="31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Conge confirme
Jours accordes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10571" y="1601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374571" y="1565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74571" y="1565999"/>
            <a:ext cx="2236190" cy="7200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74571" y="2123999"/>
            <a:ext cx="2236190" cy="162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76666" y="1619999"/>
            <a:ext cx="432000" cy="4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76666" y="1619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B2882"/>
                </a:solidFill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82571" y="2321999"/>
            <a:ext cx="20561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B2882"/>
                </a:solidFill>
              </a:rPr>
              <a:t>Ordre de
Mission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90571" y="2825999"/>
            <a:ext cx="1804190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82571" y="2879999"/>
            <a:ext cx="2056190" cy="31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Deplacement officiel
Pour l'ecole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08761" y="1601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772761" y="1565999"/>
            <a:ext cx="2236190" cy="4518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772761" y="1565999"/>
            <a:ext cx="2236190" cy="7200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72761" y="2123999"/>
            <a:ext cx="2236190" cy="162000"/>
          </a:xfrm>
          <a:prstGeom prst="rect">
            <a:avLst/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674856" y="1619999"/>
            <a:ext cx="432000" cy="4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74856" y="1619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9E60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80761" y="2321999"/>
            <a:ext cx="205619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9E60"/>
                </a:solidFill>
              </a:rPr>
              <a:t>Autre
Document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88761" y="2825999"/>
            <a:ext cx="1804190" cy="180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80761" y="2879999"/>
            <a:ext cx="2056190" cy="31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Demande speciale
A preciser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80000" y="6192000"/>
            <a:ext cx="11828952" cy="342000"/>
          </a:xfrm>
          <a:prstGeom prst="roundRect">
            <a:avLst>
              <a:gd name="adj" fmla="val 5000"/>
            </a:avLst>
          </a:prstGeom>
          <a:solidFill>
            <a:srgbClr val="FDF0E0"/>
          </a:solidFill>
          <a:ln w="19050">
            <a:solidFill>
              <a:srgbClr val="D67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2000" y="6228000"/>
            <a:ext cx="11468952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6731A"/>
                </a:solidFill>
              </a:rPr>
              <a:t>Delai de traitement : 1 a 3 jours ouvrables  —  Reponse par mail de l'ecole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2799"/>
            <a:ext cx="12188952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25064"/>
            <a:ext cx="2160000" cy="8678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48400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139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800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800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00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Connexion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59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80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459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459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59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 Profil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7180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457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180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180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180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Conge &amp; Absence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377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11161" y="440999"/>
            <a:ext cx="50400" cy="36000"/>
          </a:xfrm>
          <a:prstGeom prst="rect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777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777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777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Demandes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0361" y="179999"/>
            <a:ext cx="1854590" cy="558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4361" y="350999"/>
            <a:ext cx="216000" cy="2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4361" y="350999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4361" y="205199"/>
            <a:ext cx="1512591" cy="50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Recapitulatif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70000"/>
            <a:ext cx="12188952" cy="288000"/>
          </a:xfrm>
          <a:prstGeom prst="rect">
            <a:avLst/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6588000"/>
            <a:ext cx="8532266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Les ecoles AL Baraime  —  Espace Enseignant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8952" y="6588000"/>
            <a:ext cx="1007999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00" y="1007999"/>
            <a:ext cx="11828952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2882"/>
                </a:solidFill>
              </a:rPr>
              <a:t>Recapitulatif  —  Toutes vos fonctionnalites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1313999"/>
            <a:ext cx="1440000" cy="252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0000" y="1349999"/>
            <a:ext cx="1182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E"/>
                </a:solidFill>
              </a:rPr>
              <a:t>Vue complete de l'espace enseignant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8800" y="159479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0000" y="156599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80000" y="1630799"/>
            <a:ext cx="79200" cy="77616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4000" y="1871279"/>
            <a:ext cx="295200" cy="2952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000" y="1871279"/>
            <a:ext cx="2952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2000" y="1892879"/>
            <a:ext cx="1800000" cy="251999"/>
          </a:xfrm>
          <a:prstGeom prst="roundRect">
            <a:avLst>
              <a:gd name="adj" fmla="val 5000"/>
            </a:avLst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999" y="1892879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AA"/>
                </a:solidFill>
              </a:rPr>
              <a:t>Connexion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2000" y="1910879"/>
            <a:ext cx="486537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Se connecter avec le mail de l'ecole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8800" y="260135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80000" y="257255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0000" y="2637359"/>
            <a:ext cx="79200" cy="77616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4000" y="2877839"/>
            <a:ext cx="295200" cy="2952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4000" y="2877839"/>
            <a:ext cx="2952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2000" y="2899439"/>
            <a:ext cx="1800000" cy="251999"/>
          </a:xfrm>
          <a:prstGeom prst="roundRect">
            <a:avLst>
              <a:gd name="adj" fmla="val 5000"/>
            </a:avLst>
          </a:prstGeom>
          <a:solidFill>
            <a:srgbClr val="D4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999" y="2899439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AA"/>
                </a:solidFill>
              </a:rPr>
              <a:t>Mon Profil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92000" y="2917439"/>
            <a:ext cx="486537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Consulter infos, contrat et bulletin de salaire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8800" y="360791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0000" y="357911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80000" y="3643919"/>
            <a:ext cx="79200" cy="77616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24000" y="3884399"/>
            <a:ext cx="295200" cy="2952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4000" y="3884399"/>
            <a:ext cx="2952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2000" y="3906000"/>
            <a:ext cx="1800000" cy="251999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7999" y="390600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B2882"/>
                </a:solidFill>
              </a:rPr>
              <a:t>Conge &amp; Absence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2000" y="3923999"/>
            <a:ext cx="486537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Faire une demande et suivre son statut en temps reel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8800" y="461447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80000" y="458567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80000" y="4650479"/>
            <a:ext cx="79200" cy="77616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24000" y="4890959"/>
            <a:ext cx="295200" cy="295200"/>
          </a:xfrm>
          <a:prstGeom prst="roundRect">
            <a:avLst>
              <a:gd name="adj" fmla="val 5000"/>
            </a:avLst>
          </a:prstGeom>
          <a:solidFill>
            <a:srgbClr val="4B2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4000" y="4890959"/>
            <a:ext cx="2952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2000" y="4912560"/>
            <a:ext cx="1800000" cy="251999"/>
          </a:xfrm>
          <a:prstGeom prst="roundRect">
            <a:avLst>
              <a:gd name="adj" fmla="val 5000"/>
            </a:avLst>
          </a:prstGeom>
          <a:solidFill>
            <a:srgbClr val="EC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7999" y="491256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B2882"/>
                </a:solidFill>
              </a:rPr>
              <a:t>Demandes Admin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92000" y="4930559"/>
            <a:ext cx="486537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Attestations, ordres de mission et autres documents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08800" y="562103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80000" y="5592239"/>
            <a:ext cx="7313371" cy="90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80000" y="5657039"/>
            <a:ext cx="79200" cy="77616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24000" y="5897519"/>
            <a:ext cx="295200" cy="295200"/>
          </a:xfrm>
          <a:prstGeom prst="roundRect">
            <a:avLst>
              <a:gd name="adj" fmla="val 5000"/>
            </a:avLst>
          </a:prstGeom>
          <a:solidFill>
            <a:srgbClr val="10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4000" y="5897519"/>
            <a:ext cx="2952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2000" y="5919120"/>
            <a:ext cx="1800000" cy="251999"/>
          </a:xfrm>
          <a:prstGeom prst="roundRect">
            <a:avLst>
              <a:gd name="adj" fmla="val 5000"/>
            </a:avLst>
          </a:prstGeom>
          <a:solidFill>
            <a:srgbClr val="D4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7999" y="5919120"/>
            <a:ext cx="17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9E60"/>
                </a:solidFill>
              </a:rPr>
              <a:t>Notifications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92000" y="5937119"/>
            <a:ext cx="486537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6E"/>
                </a:solidFill>
              </a:rPr>
              <a:t>Toutes les reponses arrivent sur votre mail de l'ecole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673371" y="1565999"/>
            <a:ext cx="4371580" cy="49320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371" y="1709999"/>
            <a:ext cx="4011580" cy="1611819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7853371" y="3465817"/>
            <a:ext cx="4011580" cy="21600"/>
          </a:xfrm>
          <a:prstGeom prst="rect">
            <a:avLst/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1371" y="3573817"/>
            <a:ext cx="419158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B2882"/>
                </a:solidFill>
              </a:rPr>
              <a:t>Des questions 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81371" y="3861817"/>
            <a:ext cx="419158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Contactez l'administration,
nous sommes la pour vous aider !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53371" y="6120000"/>
            <a:ext cx="4011580" cy="306000"/>
          </a:xfrm>
          <a:prstGeom prst="roundRect">
            <a:avLst>
              <a:gd name="adj" fmla="val 5000"/>
            </a:avLst>
          </a:prstGeom>
          <a:solidFill>
            <a:srgbClr val="00A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53371" y="6120000"/>
            <a:ext cx="401158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Merci de votre confiance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